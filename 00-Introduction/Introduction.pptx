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0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5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8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8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4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0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5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0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8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6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0317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7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34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05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79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3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BD2B1-AFF3-414C-89CC-8CB25F5D9CF7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E5FF5-5A63-4865-B7C5-40E904907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28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0000" b="1" i="1" dirty="0" smtClean="0"/>
              <a:t>Introduction</a:t>
            </a:r>
            <a:endParaRPr lang="en-US" sz="10000" b="1" i="1" dirty="0"/>
          </a:p>
        </p:txBody>
      </p:sp>
    </p:spTree>
    <p:extLst>
      <p:ext uri="{BB962C8B-B14F-4D97-AF65-F5344CB8AC3E}">
        <p14:creationId xmlns:p14="http://schemas.microsoft.com/office/powerpoint/2010/main" val="402563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3" y="1"/>
            <a:ext cx="12186407" cy="1275126"/>
          </a:xfrm>
        </p:spPr>
        <p:txBody>
          <a:bodyPr>
            <a:norm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Road map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3" y="1275126"/>
            <a:ext cx="12186406" cy="558287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SQL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with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dirty="0" smtClean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&amp;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9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72705"/>
            <a:ext cx="10353761" cy="1326321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course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99026"/>
            <a:ext cx="12192000" cy="5458974"/>
          </a:xfrm>
        </p:spPr>
        <p:txBody>
          <a:bodyPr numCol="2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 err="1" smtClean="0"/>
              <a:t>Jupyter</a:t>
            </a:r>
            <a:r>
              <a:rPr lang="en-US" sz="1600" dirty="0" smtClean="0"/>
              <a:t> </a:t>
            </a:r>
            <a:r>
              <a:rPr lang="en-US" sz="1600" dirty="0"/>
              <a:t>Notebook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Input </a:t>
            </a:r>
            <a:r>
              <a:rPr lang="en-US" sz="1600" dirty="0"/>
              <a:t>&amp; Output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Variables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Data </a:t>
            </a:r>
            <a:r>
              <a:rPr lang="en-US" sz="1600" dirty="0"/>
              <a:t>types </a:t>
            </a:r>
            <a:endParaRPr lang="en-US" sz="1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File Handling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If Conditions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For Loops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Built-in </a:t>
            </a:r>
            <a:r>
              <a:rPr lang="en-US" sz="1600" dirty="0"/>
              <a:t>functions &amp; Operators (zip, enumerate, range, </a:t>
            </a:r>
            <a:r>
              <a:rPr lang="en-US" sz="1600" dirty="0" smtClean="0"/>
              <a:t>…)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List Comprehensions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Lambda Expressions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Map</a:t>
            </a:r>
            <a:r>
              <a:rPr lang="en-US" sz="1600" dirty="0"/>
              <a:t>, Filter, </a:t>
            </a:r>
            <a:r>
              <a:rPr lang="en-US" sz="1600" dirty="0" smtClean="0"/>
              <a:t>Reduce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Variables Scope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Modules </a:t>
            </a:r>
            <a:r>
              <a:rPr lang="en-US" sz="1600" dirty="0"/>
              <a:t>&amp; Packages</a:t>
            </a:r>
          </a:p>
        </p:txBody>
      </p:sp>
    </p:spTree>
    <p:extLst>
      <p:ext uri="{BB962C8B-B14F-4D97-AF65-F5344CB8AC3E}">
        <p14:creationId xmlns:p14="http://schemas.microsoft.com/office/powerpoint/2010/main" val="291850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367405"/>
          </a:xfrm>
        </p:spPr>
        <p:txBody>
          <a:bodyPr/>
          <a:lstStyle/>
          <a:p>
            <a:r>
              <a:rPr lang="en-US" dirty="0"/>
              <a:t>Object 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7406"/>
            <a:ext cx="12192000" cy="54905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Hiding (</a:t>
            </a:r>
            <a:r>
              <a:rPr lang="en-US" dirty="0" smtClean="0"/>
              <a:t>Encapsulation)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Inheritance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Polymorphism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Special </a:t>
            </a:r>
            <a:r>
              <a:rPr lang="en-US" dirty="0"/>
              <a:t>Functions and Operators </a:t>
            </a:r>
            <a:r>
              <a:rPr lang="en-US" dirty="0" smtClean="0"/>
              <a:t>Overloading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Static </a:t>
            </a:r>
            <a:r>
              <a:rPr lang="en-US" dirty="0"/>
              <a:t>Attributes &amp; </a:t>
            </a:r>
            <a:r>
              <a:rPr lang="en-US" dirty="0" smtClean="0"/>
              <a:t>Methods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Class Methods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Exceptions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Decorators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Iterators </a:t>
            </a:r>
            <a:r>
              <a:rPr lang="en-US" dirty="0"/>
              <a:t>and Generators</a:t>
            </a:r>
          </a:p>
        </p:txBody>
      </p:sp>
    </p:spTree>
    <p:extLst>
      <p:ext uri="{BB962C8B-B14F-4D97-AF65-F5344CB8AC3E}">
        <p14:creationId xmlns:p14="http://schemas.microsoft.com/office/powerpoint/2010/main" val="10817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149292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293"/>
            <a:ext cx="12191999" cy="570870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What is Network </a:t>
            </a:r>
            <a:r>
              <a:rPr lang="en-US" dirty="0" smtClean="0"/>
              <a:t>Topologies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What </a:t>
            </a:r>
            <a:r>
              <a:rPr lang="en-US" dirty="0"/>
              <a:t>is Internet and Web </a:t>
            </a:r>
            <a:r>
              <a:rPr lang="en-US" dirty="0" smtClean="0"/>
              <a:t>Servers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HTTP </a:t>
            </a:r>
            <a:r>
              <a:rPr lang="en-US" dirty="0"/>
              <a:t>Request/Response </a:t>
            </a:r>
            <a:r>
              <a:rPr lang="en-US" dirty="0" smtClean="0"/>
              <a:t>Cycle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HTML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Scrapping Concept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BeautifulSoap</a:t>
            </a:r>
            <a:r>
              <a:rPr lang="en-US" dirty="0" smtClean="0"/>
              <a:t> Library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REST </a:t>
            </a:r>
            <a:r>
              <a:rPr lang="en-US" dirty="0"/>
              <a:t>API Web </a:t>
            </a:r>
            <a:r>
              <a:rPr lang="en-US" dirty="0" smtClean="0"/>
              <a:t>Services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Work </a:t>
            </a:r>
            <a:r>
              <a:rPr lang="en-US" dirty="0"/>
              <a:t>with JSON</a:t>
            </a:r>
          </a:p>
        </p:txBody>
      </p:sp>
    </p:spTree>
    <p:extLst>
      <p:ext uri="{BB962C8B-B14F-4D97-AF65-F5344CB8AC3E}">
        <p14:creationId xmlns:p14="http://schemas.microsoft.com/office/powerpoint/2010/main" val="233203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06930"/>
            <a:ext cx="10353761" cy="8668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SQL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3792"/>
            <a:ext cx="12192000" cy="5784208"/>
          </a:xfrm>
        </p:spPr>
        <p:txBody>
          <a:bodyPr numCol="2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What is </a:t>
            </a:r>
            <a:r>
              <a:rPr lang="en-US" dirty="0" smtClean="0"/>
              <a:t>RDBMS.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Tables</a:t>
            </a:r>
            <a:r>
              <a:rPr lang="en-US" dirty="0"/>
              <a:t>, Columns and Data </a:t>
            </a:r>
            <a:r>
              <a:rPr lang="en-US" dirty="0" smtClean="0"/>
              <a:t>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How </a:t>
            </a:r>
            <a:r>
              <a:rPr lang="en-US" dirty="0"/>
              <a:t>to design a </a:t>
            </a:r>
            <a:r>
              <a:rPr lang="en-US" dirty="0" smtClean="0"/>
              <a:t>database.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One-To-Many </a:t>
            </a:r>
            <a:r>
              <a:rPr lang="en-US" dirty="0"/>
              <a:t>&amp; Many-To-Many </a:t>
            </a:r>
            <a:r>
              <a:rPr lang="en-US" dirty="0" smtClean="0"/>
              <a:t>Relationships.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SQL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CRUD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Selecting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Filtering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Ordering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Limiting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Aggregate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Joining 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Grouping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Subqueries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Inserting </a:t>
            </a:r>
            <a:r>
              <a:rPr lang="en-US" dirty="0"/>
              <a:t>new </a:t>
            </a:r>
            <a:r>
              <a:rPr lang="en-US" dirty="0" smtClean="0"/>
              <a:t>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Updating </a:t>
            </a:r>
            <a:r>
              <a:rPr lang="en-US" dirty="0"/>
              <a:t>data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Deleting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Python </a:t>
            </a:r>
            <a:r>
              <a:rPr lang="en-US" dirty="0"/>
              <a:t>and </a:t>
            </a:r>
            <a:r>
              <a:rPr lang="en-US" dirty="0" smtClean="0"/>
              <a:t>SQLite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DB </a:t>
            </a:r>
            <a:r>
              <a:rPr lang="en-US" dirty="0"/>
              <a:t>Browser for SQLite</a:t>
            </a:r>
          </a:p>
        </p:txBody>
      </p:sp>
    </p:spTree>
    <p:extLst>
      <p:ext uri="{BB962C8B-B14F-4D97-AF65-F5344CB8AC3E}">
        <p14:creationId xmlns:p14="http://schemas.microsoft.com/office/powerpoint/2010/main" val="382565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359016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with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9017"/>
            <a:ext cx="12192000" cy="5498983"/>
          </a:xfrm>
        </p:spPr>
        <p:txBody>
          <a:bodyPr numCol="2"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What </a:t>
            </a:r>
            <a:r>
              <a:rPr lang="en-US" dirty="0"/>
              <a:t>is </a:t>
            </a:r>
            <a:r>
              <a:rPr lang="en-US" dirty="0" err="1" smtClean="0"/>
              <a:t>Numpy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Install </a:t>
            </a:r>
            <a:r>
              <a:rPr lang="en-US" dirty="0"/>
              <a:t>and use </a:t>
            </a:r>
            <a:r>
              <a:rPr lang="en-US" dirty="0" err="1" smtClean="0"/>
              <a:t>Numpy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Create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smtClean="0"/>
              <a:t>Array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Built </a:t>
            </a:r>
            <a:r>
              <a:rPr lang="en-US" dirty="0"/>
              <a:t>in </a:t>
            </a:r>
            <a:r>
              <a:rPr lang="en-US" dirty="0" smtClean="0"/>
              <a:t>Methods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Reshaping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Indexing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Selection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Arithmetic </a:t>
            </a:r>
            <a:r>
              <a:rPr lang="en-US" dirty="0"/>
              <a:t>and </a:t>
            </a:r>
            <a:r>
              <a:rPr lang="en-US" dirty="0" smtClean="0"/>
              <a:t>Logic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Universal </a:t>
            </a:r>
            <a:r>
              <a:rPr lang="en-US" dirty="0"/>
              <a:t>Array </a:t>
            </a:r>
            <a:r>
              <a:rPr lang="en-US" dirty="0" smtClean="0"/>
              <a:t>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Combine </a:t>
            </a:r>
            <a:r>
              <a:rPr lang="en-US" dirty="0"/>
              <a:t>and </a:t>
            </a:r>
            <a:r>
              <a:rPr lang="en-US" dirty="0" smtClean="0"/>
              <a:t>split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What </a:t>
            </a:r>
            <a:r>
              <a:rPr lang="en-US" dirty="0"/>
              <a:t>is </a:t>
            </a:r>
            <a:r>
              <a:rPr lang="en-US" dirty="0" smtClean="0"/>
              <a:t>Pandas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Data Frames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Deal </a:t>
            </a:r>
            <a:r>
              <a:rPr lang="en-US" dirty="0"/>
              <a:t>with Missing </a:t>
            </a:r>
            <a:r>
              <a:rPr lang="en-US" dirty="0" smtClean="0"/>
              <a:t>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Grouping </a:t>
            </a:r>
            <a:r>
              <a:rPr lang="en-US" dirty="0"/>
              <a:t>data and aggregate </a:t>
            </a:r>
            <a:r>
              <a:rPr lang="en-US" dirty="0" smtClean="0"/>
              <a:t>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Merging</a:t>
            </a:r>
            <a:r>
              <a:rPr lang="en-US" dirty="0"/>
              <a:t>, Joining and </a:t>
            </a:r>
            <a:r>
              <a:rPr lang="en-US" dirty="0" smtClean="0"/>
              <a:t>Concatenating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Pivoting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Useful Methods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Apply function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Data </a:t>
            </a:r>
            <a:r>
              <a:rPr lang="en-US" dirty="0"/>
              <a:t>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413627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734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with </a:t>
            </a:r>
            <a:r>
              <a:rPr lang="en-US" sz="28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8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7347"/>
            <a:ext cx="12192000" cy="5792598"/>
          </a:xfrm>
        </p:spPr>
        <p:txBody>
          <a:bodyPr numCol="2"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What is Data </a:t>
            </a:r>
            <a:r>
              <a:rPr lang="en-US" dirty="0" smtClean="0"/>
              <a:t>Visualization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Matplotlib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 smtClean="0"/>
              <a:t>Seaborn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Distribution Plots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Categorical Plots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Matrix Plots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Regression Plots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Color palettes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Change </a:t>
            </a:r>
            <a:r>
              <a:rPr lang="en-US" dirty="0"/>
              <a:t>Plot Size</a:t>
            </a:r>
          </a:p>
        </p:txBody>
      </p:sp>
    </p:spTree>
    <p:extLst>
      <p:ext uri="{BB962C8B-B14F-4D97-AF65-F5344CB8AC3E}">
        <p14:creationId xmlns:p14="http://schemas.microsoft.com/office/powerpoint/2010/main" val="204248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082180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82180"/>
            <a:ext cx="12192000" cy="5775819"/>
          </a:xfrm>
        </p:spPr>
        <p:txBody>
          <a:bodyPr numCol="2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What </a:t>
            </a:r>
            <a:r>
              <a:rPr lang="en-US" dirty="0"/>
              <a:t>is </a:t>
            </a:r>
            <a:r>
              <a:rPr lang="en-US" dirty="0" smtClean="0"/>
              <a:t>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Machine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Feature </a:t>
            </a:r>
            <a:r>
              <a:rPr lang="en-US" dirty="0"/>
              <a:t>Engineering and </a:t>
            </a:r>
            <a:r>
              <a:rPr lang="en-US" dirty="0" smtClean="0"/>
              <a:t>Extraction</a:t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Domain knowledge features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Date and Time features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String operations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Web Data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Geospatial features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Dimension Reduction with </a:t>
            </a:r>
            <a:r>
              <a:rPr lang="en-US" dirty="0" smtClean="0"/>
              <a:t>PCA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Feature </a:t>
            </a:r>
            <a:r>
              <a:rPr lang="en-US" dirty="0"/>
              <a:t>Transformations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Data Cleaning or Cleansing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Work with Missing data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Work with Categorical data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Detect and Handle Outliers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Split data to Train and Test Sets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Deal with Imbalanced classes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Feature Scaling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How to use </a:t>
            </a:r>
            <a:r>
              <a:rPr lang="en-US" dirty="0" smtClean="0"/>
              <a:t>Pipelines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Feature </a:t>
            </a:r>
            <a:r>
              <a:rPr lang="en-US" dirty="0"/>
              <a:t>Selection</a:t>
            </a:r>
            <a:endParaRPr lang="en-US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76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12191999" cy="1057012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7013"/>
            <a:ext cx="12192000" cy="58009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What is Machine </a:t>
            </a:r>
            <a:r>
              <a:rPr lang="en-US" dirty="0" smtClean="0"/>
              <a:t>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Supervised </a:t>
            </a:r>
            <a:r>
              <a:rPr lang="en-US" dirty="0"/>
              <a:t>Learning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Regression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Classification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Unsupervised </a:t>
            </a:r>
            <a:r>
              <a:rPr lang="en-US" dirty="0"/>
              <a:t>Learning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Clustering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Association rule mining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Dimension </a:t>
            </a:r>
            <a:r>
              <a:rPr lang="en-US" dirty="0" smtClean="0"/>
              <a:t>Reduction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Model </a:t>
            </a:r>
            <a:r>
              <a:rPr lang="en-US" dirty="0"/>
              <a:t>Selection &amp; Evaluation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/>
              <a:t>Cross Validation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∙ </a:t>
            </a:r>
            <a:r>
              <a:rPr lang="en-US" dirty="0" err="1"/>
              <a:t>Hyperparameter</a:t>
            </a:r>
            <a:r>
              <a:rPr lang="en-US" dirty="0"/>
              <a:t> Tuning</a:t>
            </a:r>
          </a:p>
        </p:txBody>
      </p:sp>
    </p:spTree>
    <p:extLst>
      <p:ext uri="{BB962C8B-B14F-4D97-AF65-F5344CB8AC3E}">
        <p14:creationId xmlns:p14="http://schemas.microsoft.com/office/powerpoint/2010/main" val="268367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91999" cy="2460771"/>
          </a:xfrm>
        </p:spPr>
        <p:txBody>
          <a:bodyPr>
            <a:normAutofit/>
          </a:bodyPr>
          <a:lstStyle/>
          <a:p>
            <a:pPr marL="0" indent="0"/>
            <a:r>
              <a:rPr lang="en-US" sz="6000" dirty="0"/>
              <a:t>THANK YOU FOR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29094"/>
            <a:ext cx="12191999" cy="3728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 smtClean="0"/>
              <a:t>Questions?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41435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73</TotalTime>
  <Words>419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Rockwell</vt:lpstr>
      <vt:lpstr>Times New Roman</vt:lpstr>
      <vt:lpstr>Wingdings</vt:lpstr>
      <vt:lpstr>Damask</vt:lpstr>
      <vt:lpstr>PowerPoint Presentation</vt:lpstr>
      <vt:lpstr>Road map</vt:lpstr>
      <vt:lpstr>Python programming course</vt:lpstr>
      <vt:lpstr>Object Oriented Programming (OOP)</vt:lpstr>
      <vt:lpstr>Web Scraping</vt:lpstr>
      <vt:lpstr>Database &amp; SQL </vt:lpstr>
      <vt:lpstr>Data Analysis with Numpy &amp; Pandas</vt:lpstr>
      <vt:lpstr>Data Visualization with Matplotlib &amp; Seaborn</vt:lpstr>
      <vt:lpstr>Data Preprocessing and ETL</vt:lpstr>
      <vt:lpstr>Machine Learning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</dc:title>
  <dc:creator>عبد الرحمن سيد على محمد</dc:creator>
  <cp:lastModifiedBy>عبد الرحمن سيد على محمد</cp:lastModifiedBy>
  <cp:revision>8</cp:revision>
  <dcterms:created xsi:type="dcterms:W3CDTF">2021-04-12T11:57:20Z</dcterms:created>
  <dcterms:modified xsi:type="dcterms:W3CDTF">2021-04-12T13:10:24Z</dcterms:modified>
</cp:coreProperties>
</file>